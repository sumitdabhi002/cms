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-731520"/>
            <a:ext cx="3200400" cy="3200400"/>
          </a:xfrm>
          <a:prstGeom prst="ellipse">
            <a:avLst/>
          </a:prstGeom>
          <a:solidFill>
            <a:srgbClr val="1B6CA8">
              <a:alpha val="20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4114800"/>
            <a:ext cx="2560320" cy="256032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GUJARAT TECHNOLOGICAL UNIVERSITY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MANAGEMENT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(CMS)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3108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Full-Stack: React.js  +  Django REST Framework  +  SQLite  |  RBAC  |  JWT Auth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703320"/>
            <a:ext cx="4114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Student: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220020107010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1879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Institute: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Ahmedabad Institute of Technology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535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Company: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Technman Consulting Pvt Ltd  |  Jan – Apr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8828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Branch: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Computer Engineering  |  8th Semester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1280160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12801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React.js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084832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21040" y="2084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Django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2889504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21040" y="288950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Auth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149840" y="1280160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49840" y="128016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RBAC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49840" y="2084832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149840" y="20848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REST 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149840" y="2889504"/>
            <a:ext cx="1737360" cy="594360"/>
          </a:xfrm>
          <a:prstGeom prst="rect">
            <a:avLst/>
          </a:prstGeom>
          <a:solidFill>
            <a:srgbClr val="1B6CA8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49840" y="288950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Internship Project  •  GTU  •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ABOUT THE COMPANY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0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5272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88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Technman Consulting Pvt Ltd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9202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Domain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83080" y="19751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Technology Consulting &amp; Software Development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2542032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5420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Services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83080" y="2596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Full-Stack Web Apps, Cloud (AWS), IT Consulting, EdTech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163824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1638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83080" y="3218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React.js, Django, Node.js, Docker, AWS EC2, PostgreSQL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785616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7856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Duration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83080" y="3840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January 2026 – April 2026  (4 Months)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4407408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4074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Mentor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83080" y="44622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Ms. Moksha Patidar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5029200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5029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Mode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83080" y="5084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Structured 3-Phase Self-Learning + Personal Project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5760" y="5650992"/>
            <a:ext cx="1371600" cy="475488"/>
          </a:xfrm>
          <a:prstGeom prst="rect">
            <a:avLst/>
          </a:prstGeom>
          <a:solidFill>
            <a:srgbClr val="E8F4FD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56509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A8"/>
                </a:solidFill>
              </a:rPr>
              <a:t>Project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783080" y="5705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Company Management System (CMS) — Fully Self-Built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035040" y="1188720"/>
            <a:ext cx="5943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35040" y="1188720"/>
            <a:ext cx="59436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0" y="118872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3-Phase Learning Journey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72200" y="1920240"/>
            <a:ext cx="1737360" cy="4251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72200" y="1920240"/>
            <a:ext cx="1737360" cy="4754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72200" y="19202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01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7220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January 2026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1722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 Fundamentals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281928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OOP, functions, modules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281928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Syntax &amp; data structures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81928" y="4535424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Error handling &amp; loops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92440" y="1920240"/>
            <a:ext cx="1737360" cy="4251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092440" y="1920240"/>
            <a:ext cx="173736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92440" y="19202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02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09244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February 2026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09244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Django &amp; React.js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202168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Django REST Framework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202168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React.js + Axios + Hooks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202168" y="4535424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JWT Auth setup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0012680" y="1920240"/>
            <a:ext cx="1737360" cy="4251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012680" y="1920240"/>
            <a:ext cx="173736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012680" y="192024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03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001268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Mar–Apr 2026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001268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CMS Project Build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122408" y="3401568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10-module full-stack app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10122408" y="3968496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Independent development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10122408" y="4535424"/>
            <a:ext cx="1536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Zero external code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AIM &amp;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03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173175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61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4813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To independently design and develop a full-stack Company Management System (CMS) applying all technologies learned during the internship — Python, Django REST Framework, and React.js — as a complete personal project.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240280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240280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048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35000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RBAC Implementation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96112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Separate Admin &amp; Employee roles with JWT-secured API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87952" y="2240280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87952" y="2240280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4048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9744" y="235000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Employee Management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9744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lifecycle: create, assign to dept &amp; designation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101584" y="2240280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101584" y="2240280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4" y="240487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23376" y="235000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Project Tracking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723376" y="2743200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Budget, team allocation &amp; over-budget prevention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4320" y="3721608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721608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886200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112" y="3831336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Attendance System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96112" y="4224528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Clock In/Out with auto working-hour calculation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187952" y="3721608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187952" y="3721608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3886200"/>
            <a:ext cx="402336" cy="4023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809744" y="3831336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Work Progress Logs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809744" y="4224528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Daily project-wise progress by employees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101584" y="3721608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101584" y="3721608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4" y="3886200"/>
            <a:ext cx="402336" cy="40233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23376" y="3831336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Excel Reporting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8723376" y="4224528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Pandas-powered dept performance &amp; attendance exports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274320" y="5202936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274320" y="5202936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5367528"/>
            <a:ext cx="402336" cy="40233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96112" y="5312664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Relational DB Design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896112" y="5705856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9-entity SQLite schema via Django ORM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4187952" y="5202936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4187952" y="5202936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5112" y="5367528"/>
            <a:ext cx="402336" cy="40233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809744" y="5312664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4809744" y="5705856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 stats: employees, projects, budget, work hours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8101584" y="5202936"/>
            <a:ext cx="370332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8101584" y="5202936"/>
            <a:ext cx="64008" cy="13258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8744" y="5367528"/>
            <a:ext cx="402336" cy="402336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8723376" y="5312664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Internship Goal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8723376" y="5705856"/>
            <a:ext cx="2990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Full-stack capability built from zero in 4 months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ROLES &amp; RESPONSIBILITIES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04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73152" cy="1645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48640" cy="54864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3258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Full-Stack Developer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Designed system architecture &amp; ER diagram independently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21214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Built 10 Django REST API modules from scratch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97280" y="24597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Developed React.js frontend with role-aware routing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1887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188720"/>
            <a:ext cx="73152" cy="1645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13258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Database Designer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04088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Designed 9-entity relational schema using Django ORM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040880" y="21214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Implemented ForeignKey &amp; OneToOneField relationships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040880" y="24597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Optimised queries with select_related &amp; prefetch_related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30175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3017520"/>
            <a:ext cx="73152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461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51560" y="31546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Security Engineer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09728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JWT authentication with SimpleJWT for Django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097280" y="3950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Custom RBAC permission classes (Admin vs Employee)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097280" y="42885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CORS configuration for frontend-backend integration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17920" y="30175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217920" y="3017520"/>
            <a:ext cx="73152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55080" y="3200400"/>
            <a:ext cx="548640" cy="54864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46120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995160" y="31546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Reporting &amp; Analytics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704088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Excel report generation with Pandas + openpyxl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040880" y="3950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Department-wise performance aggregation via ORM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040880" y="42885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Formatted Excel via HTTP response stream download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274320" y="48463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274320" y="4846320"/>
            <a:ext cx="73152" cy="1645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11480" y="5029200"/>
            <a:ext cx="548640" cy="548640"/>
          </a:xfrm>
          <a:prstGeom prst="ellipse">
            <a:avLst/>
          </a:prstGeom>
          <a:solidFill>
            <a:srgbClr val="6D28D9">
              <a:alpha val="15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74920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51560" y="49834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Testing &amp; QA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1097280" y="5440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Tested all 10 API endpoint sets using Postman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097280" y="5779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Validated budget over-allocation prevention logic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097280" y="61173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Verified Clock In/Out duplicate constraint enforcement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217920" y="4846320"/>
            <a:ext cx="5669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217920" y="4846320"/>
            <a:ext cx="73152" cy="16459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355080" y="5029200"/>
            <a:ext cx="548640" cy="548640"/>
          </a:xfrm>
          <a:prstGeom prst="ellipse">
            <a:avLst/>
          </a:prstGeom>
          <a:solidFill>
            <a:srgbClr val="BE185D">
              <a:alpha val="15000"/>
            </a:srgbClr>
          </a:solidFill>
          <a:ln w="12700">
            <a:solidFill>
              <a:srgbClr val="BE185D">
                <a:alpha val="50000"/>
              </a:srgbClr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074920"/>
            <a:ext cx="365760" cy="36576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995160" y="498348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Self-Directed Learner</a:t>
            </a:r>
            <a:endParaRPr lang="en-US" sz="1400" dirty="0"/>
          </a:p>
        </p:txBody>
      </p:sp>
      <p:sp>
        <p:nvSpPr>
          <p:cNvPr id="51" name="Text 43"/>
          <p:cNvSpPr/>
          <p:nvPr/>
        </p:nvSpPr>
        <p:spPr>
          <a:xfrm>
            <a:off x="7040880" y="5440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Mastered Python from zero in January 2026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7040880" y="5779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Learned Django &amp; React.js independently in February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7040880" y="61173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Built full CMS with zero external code support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TASKS &amp; TIMELINE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00200"/>
            <a:ext cx="201168" cy="2011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34440"/>
            <a:ext cx="1005840" cy="320040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Wk 1–4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252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Jan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16184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Python Fundamentals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96596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Syntax, OOP, functions, modules, data structures, error handling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7648" y="160020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6832" y="1234440"/>
            <a:ext cx="1005840" cy="32004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234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Wk 5–6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26680" y="1252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Feb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161848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Django &amp; Django REST Framework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56832" y="196596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MVT pattern, ORM, serializers, viewsets, routers, authentication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017520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2651760"/>
            <a:ext cx="1005840" cy="320040"/>
          </a:xfrm>
          <a:prstGeom prst="rect">
            <a:avLst/>
          </a:prstGeom>
          <a:solidFill>
            <a:srgbClr val="6D28D9">
              <a:alpha val="15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651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Wk 7–8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Feb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303580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React.js &amp; Axios Integration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" y="338328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Components, hooks (useState/useEffect), React Router v6, JWT API calls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56032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27648" y="30175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56832" y="2651760"/>
            <a:ext cx="1005840" cy="32004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651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Wk 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Mar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56832" y="303580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CMS Database Schema Design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56832" y="338328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9-entity ER design, Django model definitions &amp; first migrations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443484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" y="4069080"/>
            <a:ext cx="1005840" cy="32004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Wk 10–12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8308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Mar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" y="44531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Backend API Development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" y="480060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DRF endpoint sets: employees, departments, teams, projects, allocation, attendance, progress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97764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27648" y="4434840"/>
            <a:ext cx="201168" cy="201168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56832" y="4069080"/>
            <a:ext cx="1005840" cy="320040"/>
          </a:xfrm>
          <a:prstGeom prst="rect">
            <a:avLst/>
          </a:prstGeom>
          <a:solidFill>
            <a:srgbClr val="BE185D">
              <a:alpha val="15000"/>
            </a:srgbClr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4069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85D"/>
                </a:solidFill>
              </a:rPr>
              <a:t>Wk 13–14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2668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Mar–Apr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56832" y="445312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React Frontend Development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56832" y="480060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&amp; Employee dashboards, RBAC routing, all module UI pages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539496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4048" y="5852160"/>
            <a:ext cx="201168" cy="2011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" y="5486400"/>
            <a:ext cx="1005840" cy="320040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5486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6CA8"/>
                </a:solidFill>
              </a:rPr>
              <a:t>Wk 15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783080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Apr 2026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" y="587044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API Integration &amp; Testing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3232" y="621792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Postman testing, budget validation, duplicate Clock In constraint testing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5394960"/>
            <a:ext cx="5669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27648" y="5852160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56832" y="5486400"/>
            <a:ext cx="1005840" cy="32004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56832" y="5486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Wk 16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26680" y="5504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Apr 2026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656832" y="5870448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Reporting Module &amp; Documentation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56832" y="6217920"/>
            <a:ext cx="5074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Pandas Excel export, bug fixes, report writing &amp; final submission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TOOLS &amp; TECHNOLOGIES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325880"/>
            <a:ext cx="685800" cy="6858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3898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Python 3.11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24780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Backend logic, OOP, data processing &amp; scripting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08152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081528"/>
            <a:ext cx="2139696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30815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90%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18688" y="11430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18688" y="1143000"/>
            <a:ext cx="27432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24528" y="1325880"/>
            <a:ext cx="685800" cy="6858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8988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18688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Django 4.x + DRF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310128" y="24780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REST API, ORM, ViewSets, Routers, Serializers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401568" y="308152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01568" y="3081528"/>
            <a:ext cx="2020824" cy="2011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50408" y="30815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85%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63056" y="11430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63056" y="11430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168896" y="1325880"/>
            <a:ext cx="685800" cy="685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389888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63056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React.js 18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254496" y="24780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Component UI, Hooks, React Router v6, SPA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345936" y="308152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345936" y="3081528"/>
            <a:ext cx="190195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494776" y="30815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80%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107424" y="114300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107424" y="114300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10113264" y="1325880"/>
            <a:ext cx="685800" cy="6858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6416" y="1389888"/>
            <a:ext cx="502920" cy="5029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107424" y="20756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JWT + SimpleJWT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9198864" y="24780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Auth, refresh tokens, role-based payload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9290304" y="308152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290304" y="3081528"/>
            <a:ext cx="202082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1439144" y="308152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85%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274320" y="379476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274320" y="3794760"/>
            <a:ext cx="27432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280160" y="3977640"/>
            <a:ext cx="685800" cy="6858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4041648"/>
            <a:ext cx="502920" cy="5029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274320" y="4727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SQLite + Django ORM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365760" y="5129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Relational schema, migrations, queries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457200" y="573328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57200" y="5733288"/>
            <a:ext cx="1949501" cy="2011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2606040" y="57332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82%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3218688" y="379476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3218688" y="379476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224528" y="3977640"/>
            <a:ext cx="685800" cy="685800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4041648"/>
            <a:ext cx="502920" cy="50292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3218688" y="4727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Pandas + openpyxl</a:t>
            </a:r>
            <a:endParaRPr lang="en-US" sz="1300" dirty="0"/>
          </a:p>
        </p:txBody>
      </p:sp>
      <p:sp>
        <p:nvSpPr>
          <p:cNvPr id="56" name="Text 48"/>
          <p:cNvSpPr/>
          <p:nvPr/>
        </p:nvSpPr>
        <p:spPr>
          <a:xfrm>
            <a:off x="3310128" y="5129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Excel report generation &amp; HTTP download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3401568" y="573328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3401568" y="5733288"/>
            <a:ext cx="178308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550408" y="57332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75%</a:t>
            </a:r>
            <a:endParaRPr lang="en-US" sz="900" dirty="0"/>
          </a:p>
        </p:txBody>
      </p:sp>
      <p:sp>
        <p:nvSpPr>
          <p:cNvPr id="60" name="Shape 52"/>
          <p:cNvSpPr/>
          <p:nvPr/>
        </p:nvSpPr>
        <p:spPr>
          <a:xfrm>
            <a:off x="6163056" y="379476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6163056" y="3794760"/>
            <a:ext cx="27432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7168896" y="3977640"/>
            <a:ext cx="685800" cy="6858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4041648"/>
            <a:ext cx="502920" cy="50292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6163056" y="4727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Axios + CORS</a:t>
            </a:r>
            <a:endParaRPr lang="en-US" sz="1300" dirty="0"/>
          </a:p>
        </p:txBody>
      </p:sp>
      <p:sp>
        <p:nvSpPr>
          <p:cNvPr id="65" name="Text 56"/>
          <p:cNvSpPr/>
          <p:nvPr/>
        </p:nvSpPr>
        <p:spPr>
          <a:xfrm>
            <a:off x="6254496" y="5129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HTTP client, cross-origin React-Django config</a:t>
            </a:r>
            <a:endParaRPr lang="en-US" sz="1000" dirty="0"/>
          </a:p>
        </p:txBody>
      </p:sp>
      <p:sp>
        <p:nvSpPr>
          <p:cNvPr id="66" name="Shape 57"/>
          <p:cNvSpPr/>
          <p:nvPr/>
        </p:nvSpPr>
        <p:spPr>
          <a:xfrm>
            <a:off x="6345936" y="573328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6345936" y="5733288"/>
            <a:ext cx="1901952" cy="201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8494776" y="57332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80%</a:t>
            </a:r>
            <a:endParaRPr lang="en-US" sz="900" dirty="0"/>
          </a:p>
        </p:txBody>
      </p:sp>
      <p:sp>
        <p:nvSpPr>
          <p:cNvPr id="69" name="Shape 60"/>
          <p:cNvSpPr/>
          <p:nvPr/>
        </p:nvSpPr>
        <p:spPr>
          <a:xfrm>
            <a:off x="9107424" y="3794760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Shape 61"/>
          <p:cNvSpPr/>
          <p:nvPr/>
        </p:nvSpPr>
        <p:spPr>
          <a:xfrm>
            <a:off x="9107424" y="3794760"/>
            <a:ext cx="27432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10113264" y="3977640"/>
            <a:ext cx="685800" cy="6858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416" y="4041648"/>
            <a:ext cx="502920" cy="502920"/>
          </a:xfrm>
          <a:prstGeom prst="rect">
            <a:avLst/>
          </a:prstGeom>
        </p:spPr>
      </p:pic>
      <p:sp>
        <p:nvSpPr>
          <p:cNvPr id="73" name="Text 63"/>
          <p:cNvSpPr/>
          <p:nvPr/>
        </p:nvSpPr>
        <p:spPr>
          <a:xfrm>
            <a:off x="9107424" y="4727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Git &amp; GitHub</a:t>
            </a:r>
            <a:endParaRPr lang="en-US" sz="1300" dirty="0"/>
          </a:p>
        </p:txBody>
      </p:sp>
      <p:sp>
        <p:nvSpPr>
          <p:cNvPr id="74" name="Text 64"/>
          <p:cNvSpPr/>
          <p:nvPr/>
        </p:nvSpPr>
        <p:spPr>
          <a:xfrm>
            <a:off x="9198864" y="51297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Version control &amp; code management</a:t>
            </a:r>
            <a:endParaRPr lang="en-US" sz="1000" dirty="0"/>
          </a:p>
        </p:txBody>
      </p:sp>
      <p:sp>
        <p:nvSpPr>
          <p:cNvPr id="75" name="Shape 65"/>
          <p:cNvSpPr/>
          <p:nvPr/>
        </p:nvSpPr>
        <p:spPr>
          <a:xfrm>
            <a:off x="9290304" y="5733288"/>
            <a:ext cx="23774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9290304" y="5733288"/>
            <a:ext cx="1854403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7" name="Text 67"/>
          <p:cNvSpPr/>
          <p:nvPr/>
        </p:nvSpPr>
        <p:spPr>
          <a:xfrm>
            <a:off x="11439144" y="57332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78%</a:t>
            </a:r>
            <a:endParaRPr lang="en-US" sz="900" dirty="0"/>
          </a:p>
        </p:txBody>
      </p:sp>
      <p:sp>
        <p:nvSpPr>
          <p:cNvPr id="78" name="Shape 6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9" name="Text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CMS SYSTEM MODULES — 10 Modules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07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04672" cy="9875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2161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&amp; Role Management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0432" y="15453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Custom User model (ADMIN/EMPLOYEE), JWT tokens with role in payload, custom DRF permission classes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143000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143000"/>
            <a:ext cx="804672" cy="9875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18872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6459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14032" y="121615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Employee Management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14032" y="15453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Employee profile linked to User via OneToOneField; department, designation, contact info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2258568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74320" y="2258568"/>
            <a:ext cx="80467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230428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614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70432" y="233172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Department Management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170432" y="26609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Create departments, assign employees, aggregate department-wise performance for Excel reports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2258568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0" y="2258568"/>
            <a:ext cx="80467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17920" y="230428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76148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14032" y="233172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Team Management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114032" y="26609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Teams per department, TeamMember junction model, unique_together constraint, team lead designation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274320" y="3374136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3374136"/>
            <a:ext cx="804672" cy="9875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74320" y="3419856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877056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70432" y="34472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Project Management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170432" y="37764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Projects with status (Pending/In Progress/Completed), total_budget, start_date &amp; deadline fields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217920" y="3374136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217920" y="3374136"/>
            <a:ext cx="804672" cy="98755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217920" y="3419856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877056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114032" y="34472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Project Allocation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114032" y="377647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Allocate budget to teams; pre-save serializer validation prevents over-budget allocation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274320" y="4489704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274320" y="4489704"/>
            <a:ext cx="804672" cy="9875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74320" y="4535424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4992624"/>
            <a:ext cx="365760" cy="36576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70432" y="45628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Attendance Management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1170432" y="4892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Clock In/Out with timedelta working-hour calculation; no duplicate entries per employee per day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6217920" y="4489704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217920" y="4489704"/>
            <a:ext cx="804672" cy="9875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6217920" y="4535424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4992624"/>
            <a:ext cx="365760" cy="36576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7114032" y="45628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Work Progress Tracking</a:t>
            </a:r>
            <a:endParaRPr lang="en-US" sz="1200" dirty="0"/>
          </a:p>
        </p:txBody>
      </p:sp>
      <p:sp>
        <p:nvSpPr>
          <p:cNvPr id="53" name="Text 43"/>
          <p:cNvSpPr/>
          <p:nvPr/>
        </p:nvSpPr>
        <p:spPr>
          <a:xfrm>
            <a:off x="7114032" y="4892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Daily logs per employee per project; admin aggregates total hours via Django ORM Sum annotation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274320" y="5605272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274320" y="5605272"/>
            <a:ext cx="804672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274320" y="565099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6108192"/>
            <a:ext cx="365760" cy="36576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1170432" y="56784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Admin Dashboard</a:t>
            </a:r>
            <a:endParaRPr lang="en-US" sz="1200" dirty="0"/>
          </a:p>
        </p:txBody>
      </p:sp>
      <p:sp>
        <p:nvSpPr>
          <p:cNvPr id="59" name="Text 48"/>
          <p:cNvSpPr/>
          <p:nvPr/>
        </p:nvSpPr>
        <p:spPr>
          <a:xfrm>
            <a:off x="1170432" y="6007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Live stats: total employees, projects by status, total budget utilized, total work hours logged</a:t>
            </a:r>
            <a:endParaRPr lang="en-US" sz="1050" dirty="0"/>
          </a:p>
        </p:txBody>
      </p:sp>
      <p:sp>
        <p:nvSpPr>
          <p:cNvPr id="60" name="Shape 49"/>
          <p:cNvSpPr/>
          <p:nvPr/>
        </p:nvSpPr>
        <p:spPr>
          <a:xfrm>
            <a:off x="6217920" y="5605272"/>
            <a:ext cx="5669280" cy="9875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6217920" y="5605272"/>
            <a:ext cx="804672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6217920" y="565099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6108192"/>
            <a:ext cx="365760" cy="36576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7114032" y="56784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Reporting System</a:t>
            </a:r>
            <a:endParaRPr lang="en-US" sz="1200" dirty="0"/>
          </a:p>
        </p:txBody>
      </p:sp>
      <p:sp>
        <p:nvSpPr>
          <p:cNvPr id="65" name="Text 53"/>
          <p:cNvSpPr/>
          <p:nvPr/>
        </p:nvSpPr>
        <p:spPr>
          <a:xfrm>
            <a:off x="7114032" y="60076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Pandas DataFrame → openpyxl Excel export; returned as HTTP response with correct Content-Type header</a:t>
            </a:r>
            <a:endParaRPr lang="en-US" sz="1050" dirty="0"/>
          </a:p>
        </p:txBody>
      </p:sp>
      <p:sp>
        <p:nvSpPr>
          <p:cNvPr id="66" name="Shap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7" name="Text 5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EXPERIENCE GAINED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08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5778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577840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9786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14300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Technical Experience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470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1792224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Built a production-ready 10-module full-stack web app independently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8658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33172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Implemented JWT auth with role-aware React frontend routing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2608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287121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Designed a normalized 9-entity relational DB schema from scratch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65576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77240" y="341071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Created pre-save serializer validation for budget enforcement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05072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77240" y="3950208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Configured CORS, custom DRF permissions &amp; token-based security</a:t>
            </a:r>
            <a:endParaRPr lang="en-US" sz="11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54456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77240" y="4489704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Generated Excel reports using Pandas DataFrames (openpyxl engine)</a:t>
            </a:r>
            <a:endParaRPr lang="en-US" sz="11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5084064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77240" y="502920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Optimised ORM queries with select_related() &amp; prefetch_related()</a:t>
            </a:r>
            <a:endParaRPr lang="en-US" sz="11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5623560"/>
            <a:ext cx="256032" cy="25603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77240" y="5568696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Built nested serializers &amp; SerializerMethodField for complex APIs</a:t>
            </a:r>
            <a:endParaRPr lang="en-US" sz="1150" dirty="0"/>
          </a:p>
        </p:txBody>
      </p:sp>
      <p:sp>
        <p:nvSpPr>
          <p:cNvPr id="26" name="Shape 15"/>
          <p:cNvSpPr/>
          <p:nvPr/>
        </p:nvSpPr>
        <p:spPr>
          <a:xfrm>
            <a:off x="6126480" y="1143000"/>
            <a:ext cx="576072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6126480" y="1143000"/>
            <a:ext cx="576072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1197864"/>
            <a:ext cx="365760" cy="36576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702552" y="114300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Non-Technical Experience</a:t>
            </a:r>
            <a:endParaRPr lang="en-US" sz="1600" dirty="0"/>
          </a:p>
        </p:txBody>
      </p:sp>
      <p:sp>
        <p:nvSpPr>
          <p:cNvPr id="30" name="Shape 18"/>
          <p:cNvSpPr/>
          <p:nvPr/>
        </p:nvSpPr>
        <p:spPr>
          <a:xfrm>
            <a:off x="6263640" y="1847088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6263640" y="1847088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20"/>
          <p:cNvSpPr/>
          <p:nvPr/>
        </p:nvSpPr>
        <p:spPr>
          <a:xfrm>
            <a:off x="6446520" y="188366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Self-Discipline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6446520" y="216712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Completed a rigorous 4-month structured program without direct supervision</a:t>
            </a:r>
            <a:endParaRPr lang="en-US" sz="1050" dirty="0"/>
          </a:p>
        </p:txBody>
      </p:sp>
      <p:sp>
        <p:nvSpPr>
          <p:cNvPr id="34" name="Shape 22"/>
          <p:cNvSpPr/>
          <p:nvPr/>
        </p:nvSpPr>
        <p:spPr>
          <a:xfrm>
            <a:off x="6263640" y="2651760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6263640" y="2651760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446520" y="26883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Problem Solving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6446520" y="29718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Debugged migration errors, N+1 queries, CORS failures, budget validation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6263640" y="3456432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263640" y="3456432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28"/>
          <p:cNvSpPr/>
          <p:nvPr/>
        </p:nvSpPr>
        <p:spPr>
          <a:xfrm>
            <a:off x="6446520" y="34930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Technical Growth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6446520" y="377647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Zero Python knowledge in Jan → full enterprise app delivery by Apr 2026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6263640" y="4261104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263640" y="4261104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644652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6446520" y="45811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Wrote comprehensive report: architecture, API design, modules &amp; outcomes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6263640" y="5065776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6263640" y="5065776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6446520" y="51023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Professional Conduct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6446520" y="53858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Maintained daily discipline, followed SDLC &amp; delivered on schedule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6263640" y="5870448"/>
            <a:ext cx="5486400" cy="6949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6263640" y="5870448"/>
            <a:ext cx="64008" cy="6949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2" name="Text 40"/>
          <p:cNvSpPr/>
          <p:nvPr/>
        </p:nvSpPr>
        <p:spPr>
          <a:xfrm>
            <a:off x="6446520" y="59070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Confidence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6446520" y="6190488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Gained ability to independently design, build &amp; present enterprise systems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4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0" y="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EA5E9"/>
                </a:solidFill>
              </a:rPr>
              <a:t>09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1731752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11430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Starting from zero Python knowledge in January 2026, this internship culminated in the independent delivery of a fully functional 10-module enterprise web application within 4 months — demonstrating complete full-stack development capability.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788920" cy="1417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17627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74320" y="28529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Modules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End-to-end system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55264" y="2103120"/>
            <a:ext cx="2788920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55264" y="217627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255264" y="28529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Months Duration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55264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Jan – Apr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2103120"/>
            <a:ext cx="278892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217627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9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236208" y="28529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DB Entities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Relational schema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17152" y="2103120"/>
            <a:ext cx="278892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17152" y="2176272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100%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9217152" y="285292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Self-Directed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7152" y="318211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Zero external code</a:t>
            </a:r>
            <a:endParaRPr lang="en-US" sz="1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8404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380390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Successfully bridged theory and practice — applied Python, Django &amp; React.js in a real enterprise application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462272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77240" y="4425696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Implemented advanced patterns: RBAC, JWT auth, nested serializers, ORM optimization &amp; Pandas Excel reporting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84064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77240" y="504748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Demonstrated professional capability: designed architecture, wrote documentation, tested APIs &amp; delivered on time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705856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77240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CMS is production-ready — can be migrated to PostgreSQL + AWS EC2 deployment with minimal configuration changes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Company Management System  |  Internship Presentation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122036"/>
          </a:solidFill>
          <a:ln w="12700">
            <a:solidFill>
              <a:srgbClr val="1220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A5E9"/>
                </a:solidFill>
              </a:rPr>
              <a:t>for your time and attention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578608"/>
            <a:ext cx="36576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74320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220020107010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314553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Computer Engineering  |  8th Semester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493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Ahmedabad Institute of Technology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8404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Internship at Technman Consulting Pvt Ltd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206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Guide: Ms. Moksha Patidar  |  Internal: Ms. Archana Jethava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5760720" cy="5577840"/>
          </a:xfrm>
          <a:prstGeom prst="rect">
            <a:avLst/>
          </a:prstGeom>
          <a:solidFill>
            <a:srgbClr val="0D2137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14400"/>
            <a:ext cx="5760720" cy="5303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91440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REFERENCES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600200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60020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84848" y="16093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Django Software Foundation — Django 4.2 Documentation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1801368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https://docs.djangoproject.com/en/4.2/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157984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15798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84848" y="21671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 OSS — Django REST Framework Documentation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2359152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https://www.django-rest-framework.org/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715768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71576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84848" y="272491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 Open Source — React.js 18 Documentation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4848" y="2916936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https://react.dev/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3273552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273552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84848" y="32826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SimpleJWT — Django REST Framework SimpleJWT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84848" y="3474720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https://django-rest-framework-simplejwt.readthedocs.io/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09360" y="3831336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831336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84848" y="3840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Pandas Team — pandas Data Analysis Toolkit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84848" y="4032504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https://pandas.pydata.org/docs/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4389120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38912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84848" y="4398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Software Foundation — Python 3.11 Documentation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784848" y="4590288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https://docs.python.org/3.11/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4946904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94690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84848" y="49560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 Consortium — SQLite Documentation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84848" y="5148072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https://www.sqlite.org/docs.html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5504688"/>
            <a:ext cx="402336" cy="32918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550468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84848" y="55138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jwt.io — Introduction to JSON Web Tokens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84848" y="5705856"/>
            <a:ext cx="50292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https://jwt.io/introduction/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Company Management System  |  GTU  |  Ahmedabad Institute of Technology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Management System – Internship</dc:title>
  <dc:subject>PptxGenJS Presentation</dc:subject>
  <dc:creator>PptxGenJS</dc:creator>
  <cp:lastModifiedBy>PptxGenJS</cp:lastModifiedBy>
  <cp:revision>1</cp:revision>
  <dcterms:created xsi:type="dcterms:W3CDTF">2026-03-04T18:42:02Z</dcterms:created>
  <dcterms:modified xsi:type="dcterms:W3CDTF">2026-03-04T18:42:02Z</dcterms:modified>
</cp:coreProperties>
</file>